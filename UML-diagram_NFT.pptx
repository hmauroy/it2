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09"/>
  </p:normalViewPr>
  <p:slideViewPr>
    <p:cSldViewPr snapToGrid="0">
      <p:cViewPr varScale="1">
        <p:scale>
          <a:sx n="143" d="100"/>
          <a:sy n="143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112B-082A-928D-C33C-D27944DF9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502CF-96CF-BFD7-2CB6-734CC9BF9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57BCA-4A37-83B1-BEC7-56485FA9F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895DF-3A21-FE02-FE6D-96BB2F69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45851-19D7-9467-C010-530FE5A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2521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37D3-FDBF-1899-CC7A-472EACC4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540B-B959-3FF1-08D1-51A7FA88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C680-B99D-618B-650C-A2418131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0049-23BF-B0ED-E535-FD031891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4E847-42DA-8C19-BA5B-434A2FA0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36210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BB98-0D44-963C-920F-2D17BF5E1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AB862-5425-3E75-D15C-F424B63F8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5664F-2483-9754-DCB8-12AC35135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71888-4961-8823-2381-46CEB6C4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7CF46-2C9F-698B-B0D3-885E96B6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9332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49EF-6036-3B7E-D840-E2BD87C9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E21B-C2F5-E8E9-B1BA-021FF374A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2B89F-6556-07F0-6BE5-1DE56E18D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89A42-A7F0-5CE2-B8FE-848DA7DC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5BEF3-65A1-3E4C-5486-F8CE7848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DB4BD-FF8E-F89D-E333-3328759C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6983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1742-E9AE-5376-B7D9-D2345DC9B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3E358-5CDA-997A-9468-3385C139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9CADF-D361-0567-56AB-0389AEF62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2ACB2-1A24-5774-2071-B00D4B4AF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FC4B4-AADF-3A0E-DFFE-BAEAB0BFE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CAC47-9A50-26D0-1F61-41848234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7B804-82F9-C70B-0797-7658E385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E4CA9-CA97-A835-694F-FC6BBEA8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7310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105A-E48E-9536-08D7-45F31205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CE91D-82F1-CFAB-2FB4-7B1CEE3F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4BF17-A335-95CE-61F9-47C7F6E1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0DE1A-FE58-4BA5-B943-10F7CECE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2533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FD5F8-44D9-CC9E-FF48-0D67DB09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8572D-4044-5F50-786A-FF19D278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3898A-20F7-E352-8473-7BF6E58D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5114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E52B-3F01-6B5D-384F-F87390E1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F2B8-71C7-02A2-C85B-123BDDF4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3DAFD-0D05-B9E6-0F48-B8FCD0E22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27F89-A28F-3D4B-FA2A-F95555A6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58E86-494B-42CD-B4B7-7B1EE3D7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F608D-96FB-0EBF-F2AF-F737EF1B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3570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409E-B1BD-55AA-5EC4-57E742D99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A9B86-74AC-68BF-4FE5-10FB26494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2DCAF-50E3-12E9-04CB-F386F8D6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E12FA-8D75-2D45-10FB-E6729F76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AA250-12B2-2F48-9AC6-0479D0A6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2B29D-AF55-A56A-7520-6216D722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4069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1D0A-DDCE-9A52-253B-49CA769C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BC044-B2FA-73B7-0D80-84D9B5880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2218-F85E-9B4B-9CF1-44DE3572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AA961-9CAA-A327-172B-62F9EE7C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10ED6-CC8B-19C0-FA13-9251017B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8136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D038C-4054-73C9-6237-CAE86AC9A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C6E0E-75DF-344B-6D16-2C22E2D12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2697F-6B93-885F-C891-75E90768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AA626-ACA1-63E0-94C1-EA5A3219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BB298-8D6E-AA40-D6C5-B581A3F8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2228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3075A-3C81-C058-39E9-97D16906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73023-9C0C-E067-AE5F-D2593D1A0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974FD-A7DD-3FBB-151D-285D60B03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07191-ABEA-004C-BFBB-05A4A618A1C3}" type="datetimeFigureOut">
              <a:rPr lang="en-NO" smtClean="0"/>
              <a:t>28/04/2025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DDD9A-6CE2-AE87-E87F-8B1D6AB98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C3B62-81C9-1EB7-4CFC-568908398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39F74-2337-4043-8589-5000F05CB16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8444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831521-B277-B2D4-B9E5-607808AF7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890231"/>
              </p:ext>
            </p:extLst>
          </p:nvPr>
        </p:nvGraphicFramePr>
        <p:xfrm>
          <a:off x="427487" y="685161"/>
          <a:ext cx="26607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0">
                  <a:extLst>
                    <a:ext uri="{9D8B030D-6E8A-4147-A177-3AD203B41FA5}">
                      <a16:colId xmlns:a16="http://schemas.microsoft.com/office/drawing/2014/main" val="10154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Doge 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4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+ antall_igjen: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7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varierende_pris: 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7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oppdaterPris()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3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4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1715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BCCAC7-A024-7105-B3F7-93B97CA71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883076"/>
              </p:ext>
            </p:extLst>
          </p:nvPr>
        </p:nvGraphicFramePr>
        <p:xfrm>
          <a:off x="3325005" y="3206119"/>
          <a:ext cx="26607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0">
                  <a:extLst>
                    <a:ext uri="{9D8B030D-6E8A-4147-A177-3AD203B41FA5}">
                      <a16:colId xmlns:a16="http://schemas.microsoft.com/office/drawing/2014/main" val="10154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NFT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4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navn: str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7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7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/>
                        <a:t>getPris()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3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4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171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073A02-8204-F2EF-389B-1F40665EB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08235"/>
              </p:ext>
            </p:extLst>
          </p:nvPr>
        </p:nvGraphicFramePr>
        <p:xfrm>
          <a:off x="9415254" y="2988829"/>
          <a:ext cx="26607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0">
                  <a:extLst>
                    <a:ext uri="{9D8B030D-6E8A-4147-A177-3AD203B41FA5}">
                      <a16:colId xmlns:a16="http://schemas.microsoft.com/office/drawing/2014/main" val="10154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Handlekurv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4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innhold: 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7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7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visInfo()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3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beregnTotalpris()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4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171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08CAF9-6CBD-13B4-D90B-623697D6C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58910"/>
              </p:ext>
            </p:extLst>
          </p:nvPr>
        </p:nvGraphicFramePr>
        <p:xfrm>
          <a:off x="6517737" y="685160"/>
          <a:ext cx="26607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0">
                  <a:extLst>
                    <a:ext uri="{9D8B030D-6E8A-4147-A177-3AD203B41FA5}">
                      <a16:colId xmlns:a16="http://schemas.microsoft.com/office/drawing/2014/main" val="10154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Bored Monkey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4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+antall_igjen: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7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størrelse: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7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O" dirty="0"/>
                        <a:t>endreStørrelse()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3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4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17157"/>
                  </a:ext>
                </a:extLst>
              </a:tr>
            </a:tbl>
          </a:graphicData>
        </a:graphic>
      </p:graphicFrame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9A77ECE-8FFA-DD80-1065-F562989D7CFE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022639" y="3387113"/>
            <a:ext cx="1037598" cy="15671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F78E901-4FA4-7D2A-D294-4F3786564CDC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rot="10800000" flipV="1">
            <a:off x="5985775" y="2168519"/>
            <a:ext cx="531962" cy="25209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97C15FF-9E8A-B5EC-F488-F270258A3574}"/>
              </a:ext>
            </a:extLst>
          </p:cNvPr>
          <p:cNvCxnSpPr>
            <a:cxnSpLocks/>
            <a:stCxn id="6" idx="1"/>
            <a:endCxn id="7" idx="2"/>
          </p:cNvCxnSpPr>
          <p:nvPr/>
        </p:nvCxnSpPr>
        <p:spPr>
          <a:xfrm rot="10800000">
            <a:off x="7848122" y="3651881"/>
            <a:ext cx="1567132" cy="82030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Mauroy</dc:creator>
  <cp:lastModifiedBy>Henrik Mauroy</cp:lastModifiedBy>
  <cp:revision>1</cp:revision>
  <dcterms:created xsi:type="dcterms:W3CDTF">2025-04-28T09:11:20Z</dcterms:created>
  <dcterms:modified xsi:type="dcterms:W3CDTF">2025-04-28T09:33:01Z</dcterms:modified>
</cp:coreProperties>
</file>